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51"/>
  </p:notesMasterIdLst>
  <p:sldIdLst>
    <p:sldId id="256" r:id="rId2"/>
    <p:sldId id="257" r:id="rId3"/>
    <p:sldId id="304" r:id="rId4"/>
    <p:sldId id="306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9" r:id="rId43"/>
    <p:sldId id="298" r:id="rId44"/>
    <p:sldId id="305" r:id="rId45"/>
    <p:sldId id="300" r:id="rId46"/>
    <p:sldId id="302" r:id="rId47"/>
    <p:sldId id="303" r:id="rId48"/>
    <p:sldId id="262" r:id="rId49"/>
    <p:sldId id="307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DBFE4-16AD-43E4-8387-426968FF465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A0AB6-75B2-4B48-8591-4C598E1A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04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A0AB6-75B2-4B48-8591-4C598E1AD3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1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9F5AC19-71E6-477B-8EAD-4EB70840E7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CBC0B2E-5239-4394-83F4-3CA767B901F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HELLO\Desktop\MXT LECTURES\IMG-20261018-WA00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/>
          <a:stretch>
            <a:fillRect/>
          </a:stretch>
        </p:blipFill>
        <p:spPr bwMode="auto">
          <a:xfrm>
            <a:off x="845819" y="582930"/>
            <a:ext cx="7452361" cy="5589270"/>
          </a:xfrm>
          <a:prstGeom prst="rect">
            <a:avLst/>
          </a:prstGeom>
          <a:noFill/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26081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mtClean="0" sz="2150" b="1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/>
            </a:r>
            <a:br>
              <a:rPr lang="en-US" dirty="0" smtClean="0">
                <a:latin typeface="Book Antiqua" panose="02040602050305030304" pitchFamily="18" charset="0"/>
              </a:rPr>
            </a:br>
            <a:r>
              <a:rPr lang="en-US" b="1" dirty="0" sz="21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/>
            </a:r>
            <a:br>
              <a:rPr lang="en-US" b="1" dirty="0">
                <a:latin typeface="Book Antiqua" panose="02040602050305030304" pitchFamily="18" charset="0"/>
              </a:rPr>
            </a:br>
            <a:r>
              <a:rPr lang="en-US" sz="2150" dirty="0" smtClean="0" b="1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BASIC COMPUTER APPRECIATION IN MEDICAL IMAGING </a:t>
            </a:r>
            <a:r>
              <a:rPr lang="en-US" dirty="0" sz="2150" b="1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/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sz="2150" b="1" dirty="0" smtClean="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(MXT 304)</a:t>
            </a:r>
            <a:br>
              <a:rPr lang="en-US" sz="4000" b="1" dirty="0" smtClean="0">
                <a:latin typeface="Book Antiqua" panose="02040602050305030304" pitchFamily="18" charset="0"/>
              </a:rPr>
            </a:br>
            <a:r>
              <a:rPr lang="en-US" sz="2150" b="1" dirty="0" smtClean="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/>
            </a:r>
            <a:br>
              <a:rPr lang="en-US" sz="4000" b="1" dirty="0" smtClean="0">
                <a:latin typeface="Book Antiqua" panose="02040602050305030304" pitchFamily="18" charset="0"/>
              </a:rPr>
            </a:br>
            <a:r>
              <a:rPr lang="en-US" sz="2150" b="1" dirty="0" smtClean="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BY </a:t>
            </a:r>
            <a:br>
              <a:rPr lang="en-US" sz="4000" b="1" dirty="0" smtClean="0">
                <a:latin typeface="Book Antiqua" panose="02040602050305030304" pitchFamily="18" charset="0"/>
              </a:rPr>
            </a:br>
            <a:r>
              <a:rPr lang="en-US" b="1" dirty="0" sz="21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/>
            </a:r>
            <a:br>
              <a:rPr lang="en-US" b="1" dirty="0">
                <a:latin typeface="Book Antiqua" panose="02040602050305030304" pitchFamily="18" charset="0"/>
              </a:rPr>
            </a:br>
            <a:r>
              <a:rPr lang="en-US" b="1" dirty="0" smtClean="0" sz="21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DIR. GBARABE, </a:t>
            </a:r>
            <a:r>
              <a:rPr lang="en-US" b="1" dirty="0" sz="21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KENT</a:t>
            </a:r>
            <a:r>
              <a:rPr lang="en-US" b="1" dirty="0" smtClean="0" sz="21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/>
            </a:r>
            <a:br>
              <a:rPr lang="en-US" b="1" dirty="0" smtClean="0">
                <a:latin typeface="Book Antiqua" panose="02040602050305030304" pitchFamily="18" charset="0"/>
              </a:rPr>
            </a:br>
            <a:endParaRPr lang="en-US" b="1" dirty="0" sz="2150">
              <a:solidFill>
                <a:srgbClr val="0056D2"/>
              </a:solidFill>
              <a:latin typeface="Poppins SemiBold" panose="02040602050305030304" pitchFamily="18" charset="0"/>
              <a:ea typeface="Poppins SemiBold"/>
              <a:cs typeface="Poppins SemiBold"/>
            </a:endParaRPr>
          </a:p>
        </p:txBody>
      </p:sp>
    </p:spTree>
    <p:extLst>
      <p:ext uri="{BB962C8B-B14F-4D97-AF65-F5344CB8AC3E}">
        <p14:creationId val="404937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mtClean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          COURSE </a:t>
            </a: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OUTLINE</a:t>
            </a:r>
            <a:br>
              <a:rPr lang="en-US" dirty="0"/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INTRODUCTION TO </a:t>
            </a:r>
            <a:r>
              <a:rPr lang="en-US" sz="2250" dirty="0" smtClean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smtClean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APPLICATION OF COMPUTER IN RADIOGRAPHY</a:t>
            </a:r>
            <a:endParaRPr lang="en-US" sz="2250" dirty="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smtClean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 HARDWARE AND COMPONENTS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smtClean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TYPES OF COMPUTER IN RADIOGRAPHY</a:t>
            </a:r>
            <a:endParaRPr lang="en-US" sz="2250" dirty="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 </a:t>
            </a:r>
            <a:r>
              <a:rPr lang="en-US" sz="2250" dirty="0" smtClean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SOFTWARE USED IN RADIOGRAPHY</a:t>
            </a:r>
            <a:endParaRPr lang="en-US" sz="2250" dirty="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 AND INFORMATION </a:t>
            </a:r>
            <a:r>
              <a:rPr lang="en-US" sz="2250" dirty="0" smtClean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 IN RADIOGRAPHY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smtClean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WORD PROCESSING IN RADIOGRAPHY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 MANAGEMENT 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INTERNET AND DIGITAL COMMUNICATION</a:t>
            </a:r>
            <a:endParaRPr lang="en-US" sz="2250" dirty="0" smtClean="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89096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mtClean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COURSE OUTLINE CONTD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 MANAGEMENT 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INTERNET AND DIGITAL COMMUNICATION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 NETWORK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 SECURITY AND ETHICS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APPLICATION OF COMPUTERS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dirty="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EMMERGING COMPUTER TECHNOLOGIES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PRACTICAL COMPUTER APPLICATIONS  IN OPERATIONS, FILE MANAGEMENT, WORD PROCESSING, SPREAD SHEETS, PRESENTATIONS, INTERNET RESEARCH AND DIGITAL COMMUNICATIONS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3953885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mtClean="0" sz="25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INTRODUCTION TO COMPUTER IN MEDICAL IMAGING</a:t>
            </a:r>
            <a:endParaRPr lang="en-US" dirty="0" sz="25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 in radiography is an electronic device or system used to process, store, retrieve, display, and transmit radiographic images and patient information in a medical imaging department</a:t>
            </a:r>
            <a:r>
              <a:rPr lang="en-US" dirty="0" smtClean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Computers play an important role in modern radiography, especially in digital X-ray, computed tomography (CT), magnetic resonance imaging (MRI), fluoroscopy, and other medical imaging techniques.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3717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Siemens Healthcare – Multix Select DR - Siemens Healthineers Latinoamérica"/>
          <p:cNvPicPr/>
          <p:nvPr/>
        </p:nvPicPr>
        <p:blipFill>
          <a:blip r:embed="rId3">
            <a:extLst>
              <a:ext uri="{28A0092B-C50C-407E-A947-70E740481C1C}">
                <a14:useLocalDpi val="0"/>
              </a:ext>
            </a:extLst>
          </a:blip>
          <a:srcRect/>
          <a:stretch>
            <a:fillRect/>
          </a:stretch>
        </p:blipFill>
        <p:spPr bwMode="auto">
          <a:xfrm>
            <a:off x="832594" y="582930"/>
            <a:ext cx="7478812" cy="55892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239346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9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Applications of Computers in Radiography</a:t>
            </a:r>
            <a:endParaRPr lang="en-US" dirty="0" sz="29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65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IMAGE ACQUISITION</a:t>
            </a:r>
            <a:endParaRPr sz="16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Computers </a:t>
            </a:r>
            <a:r>
              <a:rPr lang="en-US" dirty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receive digital image data from X-ray detectors and other imaging equipment.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65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IMAGE PROCESSING</a:t>
            </a:r>
            <a:endParaRPr sz="16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They </a:t>
            </a:r>
            <a:r>
              <a:rPr lang="en-US" dirty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help adjust image brightness, contrast, sharpness, and magnification to improve image </a:t>
            </a:r>
            <a:r>
              <a:rPr lang="en-US" dirty="0" smtClean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presentation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65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 IMAGE STORAGE AND RETRIEVAL</a:t>
            </a:r>
            <a:endParaRPr sz="16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Computers </a:t>
            </a:r>
            <a:r>
              <a:rPr lang="en-US" dirty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store images in systems such as PACS (Picture Archiving and Communication System) and allow them to be retrieved when needed</a:t>
            </a:r>
            <a:r>
              <a:rPr lang="en-US" dirty="0" smtClean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1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 </a:t>
            </a:r>
            <a:r>
              <a:rPr lang="en-US" b="1" dirty="0" smtClean="0" sz="165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PATIENT AND EXAMINATION MANAGEMENT</a:t>
            </a:r>
            <a:endParaRPr sz="16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Computers </a:t>
            </a:r>
            <a:r>
              <a:rPr lang="en-US" dirty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manage patient records, examination requests, appointments, and radiology </a:t>
            </a:r>
            <a:r>
              <a:rPr lang="en-US" dirty="0" smtClean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reports.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65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IMAGE DIAGNOSIS AND INTERPRETATION</a:t>
            </a:r>
            <a:endParaRPr sz="16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They </a:t>
            </a:r>
            <a:r>
              <a:rPr lang="en-US" dirty="0" sz="16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enable radiologists to examine images, perform measurements, and use specialized software to support diagnosis.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 panose="02040602050305030304" pitchFamily="18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99072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r>
              <a:rPr lang="en-US" b="1" dirty="0" sz="21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Basic Components of a </a:t>
            </a:r>
            <a:r>
              <a:rPr lang="en-US" b="1" dirty="0" smtClean="0" sz="21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Computer Hardware </a:t>
            </a:r>
            <a:r>
              <a:rPr lang="en-US" b="1" dirty="0" sz="21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Used in Radiography</a:t>
            </a:r>
            <a:r>
              <a:rPr lang="en-US" dirty="0"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21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Input </a:t>
            </a:r>
            <a:r>
              <a:rPr lang="en-US" b="0" dirty="0" sz="19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devices</a:t>
            </a:r>
            <a:r>
              <a:rPr lang="en-US" dirty="0" sz="19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: Keyboard, mouse, barcode scanner, and digital imaging detectors.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19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Central Processing Unit (CPU): </a:t>
            </a:r>
            <a:r>
              <a:rPr lang="en-US" dirty="0" sz="19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Processes data and controls computer operations.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19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Memory (RAM): </a:t>
            </a:r>
            <a:r>
              <a:rPr lang="en-US" dirty="0" sz="19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Temporarily holds data and programs being used.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19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Storage devices: </a:t>
            </a:r>
            <a:r>
              <a:rPr lang="en-US" dirty="0" sz="19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Hard disk drives (HDDs) and solid-state drives (SSDs) store images and information.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19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Output devices: </a:t>
            </a:r>
            <a:r>
              <a:rPr lang="en-US" dirty="0" sz="19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Monitors display radiographic images, while printers produce hard copies when required.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19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Software: </a:t>
            </a:r>
            <a:r>
              <a:rPr lang="en-US" dirty="0" sz="19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Programs used for image acquisition, processing, reporting, and storage.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19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Network devices</a:t>
            </a:r>
            <a:r>
              <a:rPr lang="en-US" dirty="0" sz="19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: Enable the transfer of images and patient information between computers and hospital systems.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76858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mtClean="0" sz="24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TYPES OF COMPUTER SYSTEMS USED IN RADIOGRAPHY</a:t>
            </a:r>
            <a:endParaRPr lang="en-US" dirty="0" sz="2450" b="1">
              <a:solidFill>
                <a:srgbClr val="0056D2"/>
              </a:solidFill>
              <a:latin typeface="Poppins SemiBold" panose="02040602050305030304" pitchFamily="18" charset="0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0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Computed Radiography (CR) systems: </a:t>
            </a:r>
            <a:r>
              <a:rPr lang="en-US" dirty="0" sz="20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Use imaging plates that are read by a reader to produce digital images.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0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Digital Radiography (DR) systems: </a:t>
            </a:r>
            <a:r>
              <a:rPr lang="en-US" dirty="0" sz="20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Use digital detectors to capture X-ray images directly.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0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CT computer systems: </a:t>
            </a:r>
            <a:r>
              <a:rPr lang="en-US" dirty="0" sz="20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Process data collected from multiple X-ray projections to reconstruct cross-sectional images.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0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MRI computer systems: </a:t>
            </a:r>
            <a:r>
              <a:rPr lang="en-US" dirty="0" sz="20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Process signals from the body to produce detailed images.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0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PACS: </a:t>
            </a:r>
            <a:r>
              <a:rPr lang="en-US" dirty="0" sz="20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Stores, retrieves, distributes, and displays medical images.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z="200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RIS (Radiology Information System): </a:t>
            </a:r>
            <a:r>
              <a:rPr lang="en-US" dirty="0" sz="20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Manages radiology workflow, examinations, patient information, and reporting.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74475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mtClean="0" sz="2750">
                <a:solidFill>
                  <a:srgbClr val="0056D2"/>
                </a:solidFill>
                <a:latin typeface="Poppins SemiBold" panose="02040602050305030304" pitchFamily="18" charset="0"/>
                <a:ea typeface="Poppins SemiBold"/>
                <a:cs typeface="Poppins SemiBold"/>
              </a:rPr>
              <a:t>ADVANTAGES OF COMPUTERS IN RADIOGRAPHY</a:t>
            </a:r>
            <a:endParaRPr lang="en-US" dirty="0" sz="2750" b="1">
              <a:solidFill>
                <a:srgbClr val="0056D2"/>
              </a:solidFill>
              <a:latin typeface="Poppins SemiBold" panose="02040602050305030304" pitchFamily="18" charset="0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Fast image processing and display.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Improved workflow and efficiency.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Easy storage and retrieval of images.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Easy sharing of images between departments and hospitals.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Image enhancement and measurement capabilities.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Reduced need for physical film storage.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 for accurate diagnosis and comparison of previous examinations.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23782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2550" b="1" dirty="0" smtClean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DISADVANTAGES OF COMPUTERS IN RADIOGRAPHY</a:t>
            </a:r>
            <a:endParaRPr lang="en-US" sz="255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High cost of purchasing and maintaining equipment.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Risk of data loss or corruption.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Cybersecurity and patient privacy concerns.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Dependence on electricity and network connectivity.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Need for trained personnel.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 or software failure may interrupt examinations.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Excessive image processing can create misleading appearances or obscure important findings.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42295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8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mtClean="0" sz="28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COMPUTER SOFTWARE USED IN RADIOGRAPHY</a:t>
            </a:r>
            <a:r>
              <a:rPr lang="en-US" dirty="0" smtClean="0" sz="28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 smtClean="0"/>
            </a:br>
            <a:endParaRPr lang="en-US" dirty="0" sz="28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Computer software used in radiography refers to the programs and applications installed on computers to acquire, process, display, store, transmit, and interpret medical images obtained from X-ray, CT, MRI, ultrasound, and other imaging equipment.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97999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mtClean="0" sz="29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TYPES OF SOFTWARE USED IN RADIOGRAPHY</a:t>
            </a:r>
            <a:r>
              <a:rPr lang="en-US" dirty="0" sz="29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29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Image acquisition software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Controls image capture and receives image data from the imaging detector.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Example: Digital Radiography (DR) acquisition software.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Image processing software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Improves image presentation by adjusting brightness, contrast, sharpness, magnification, and other display parameters.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Example: Carestream Image Suite.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PACS software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PACS means Picture Archiving and Communication System. It stores, retrieves, displays, and distributes medical images.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Examples: </a:t>
            </a:r>
            <a:r>
              <a:rPr lang="en-US" dirty="0" err="1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Sectra</a:t>
            </a:r>
            <a:r>
              <a:rPr lang="en-US" dirty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 PACS and Agfa Enterprise Imaging</a:t>
            </a:r>
            <a:r>
              <a:rPr lang="en-US" dirty="0" smtClean="0" sz="195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 panose="02040602050305030304" pitchFamily="18" charset="0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 panose="02040602050305030304" pitchFamily="18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93670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582930"/>
            <a:ext cx="8138160" cy="558927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Radiology Information System (RIS) software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Manages patient registration, examination requests, appointments, worklists, and radiology reports.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Example: Radiology workflow management software.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Image reconstruction and visualization software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Reconstructs and displays images from CT and MRI data, including cross-sectional and three-dimensional images.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Examples: Siemens </a:t>
            </a:r>
            <a:r>
              <a:rPr lang="en-US" sz="2000" dirty="0" err="1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syngo.via</a:t>
            </a: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 and GE HealthCare AW.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DICOM viewer software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Opens, displays, and allows measurements on medical images saved in DICOM format.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Examples: </a:t>
            </a:r>
            <a:r>
              <a:rPr lang="en-US" sz="2000" dirty="0" err="1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RadiAnt</a:t>
            </a: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 DICOM Viewer and </a:t>
            </a:r>
            <a:r>
              <a:rPr lang="en-US" sz="2000" dirty="0" err="1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Weasis</a:t>
            </a: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Artificial intelligence (AI) software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 panose="02040602050305030304" pitchFamily="18" charset="0"/>
                <a:ea typeface="Arial"/>
                <a:cs typeface="Arial"/>
              </a:rPr>
              <a:t>Assists with detecting or highlighting possible abnormalities, prioritizing examinations, and supporting image analysis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55241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2150" b="1" dirty="0" smtClean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GENERAL-PURPOSE COMPUTER SOFTWARE USED IN RADIOGRAPHY</a:t>
            </a:r>
            <a:endParaRPr lang="en-US" sz="215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val="1211755965"/>
              </p:ext>
            </p:extLst>
          </p:nvPr>
        </p:nvGraphicFramePr>
        <p:xfrm>
          <a:off x="502920" y="1748790"/>
          <a:ext cx="8138160" cy="44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36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Software type</a:t>
                      </a:r>
                      <a:endParaRPr lang="en-US" sz="1600" dirty="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  <a:endParaRPr lang="en-US" sz="1600" dirty="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Uses</a:t>
                      </a:r>
                      <a:endParaRPr lang="en-US" sz="16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</a:tr>
              <a:tr h="368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b="0" dirty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Software type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b="0" dirty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b="0" dirty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Uses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6143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Operating systems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Windows, Linux</a:t>
                      </a:r>
                      <a:endParaRPr lang="en-US" sz="16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Runs the computer and applications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6143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Word processing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Microsoft Word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Writing reports and documents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6143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Spreadsheet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Microsoft Excel</a:t>
                      </a:r>
                      <a:endParaRPr lang="en-US" sz="16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Recording data and preparing statistics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6143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Microsoft Access, SQL-based systems</a:t>
                      </a:r>
                      <a:endParaRPr lang="en-US" sz="16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Organizing patient and departmental data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6143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Communication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Email and hospital messaging systems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Sharing information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6143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Microsoft PowerPoint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6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6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Teaching and presenting radiographic cases</a:t>
                      </a:r>
                      <a:endParaRPr lang="en-US" sz="16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val="321041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Importance of software in radiography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Improves the quality and presentation of digital images.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Makes image storage and retrieval easier.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Reduces delays in radiology workflow.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image measurements and diagnostic interpretation.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Enables electronic transfer of images between hospitals.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Helps manage patient records and examination reports.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research, teaching, and quality assurance.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81431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0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Difference between PACS, RIS, and DICOM</a:t>
            </a:r>
            <a:endParaRPr lang="en-US" dirty="0" sz="30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val="871994544"/>
              </p:ext>
            </p:extLst>
          </p:nvPr>
        </p:nvGraphicFramePr>
        <p:xfrm>
          <a:off x="502920" y="1748790"/>
          <a:ext cx="8138160" cy="44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46896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  <a:endParaRPr lang="en-US" sz="1700" dirty="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Main function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</a:tr>
              <a:tr h="11058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PACS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Picture Archiving and Communication System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Stores and distributes medical images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11058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RIS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Radiology Information System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Manages radiology workflow and patient information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17427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DICOM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Digital Imaging and Communications in Medicine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Standard for formatting and exchanging medical images and related information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val="43751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Data and Information in Radiography</a:t>
            </a: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 are raw facts, figures, observations, or measurements collected during a radiographic examination before they have been processed or interpreted into meaningful information.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5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Examples of data in radiography include: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Patient's age and identification number.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Patient's weight and height.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 such as </a:t>
            </a:r>
            <a:r>
              <a:rPr lang="en-US" dirty="0" err="1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mA, and exposure time.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X-ray detector readings.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Raw digital image values.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65049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Definition of Information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Information is data that have been processed, organized, or interpreted to give meaningful results that can be used for decision-making.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5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Examples of information in radiography include: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patient's completed radiographic report.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calculated exposure time based on selected parameters.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processed chest X-ray image displayed on a monitor.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report describing a fracture identified on an X-ray.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40611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9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Differences Between Data and Information</a:t>
            </a:r>
            <a:endParaRPr lang="en-US" dirty="0" sz="29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val="3217044190"/>
              </p:ext>
            </p:extLst>
          </p:nvPr>
        </p:nvGraphicFramePr>
        <p:xfrm>
          <a:off x="502920" y="1748790"/>
          <a:ext cx="8138160" cy="44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50749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  <a:endParaRPr lang="en-US" sz="1700" dirty="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Information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</a:tr>
              <a:tr h="50749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Raw facts and figures.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Processed and meaningful data.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85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May not be meaningful on its own.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Has meaning and can support decisions.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85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Used as input for processing.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Produced after processing or interpretation.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85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Example: kVp = 70.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Example: 70 kVp was selected for a particular examination.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85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Example: Patient age = 45 years.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Example: Patient demographic details recorded for an examination.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val="307188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Types of Data in Radiography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 data: Name, age, sex, identification number, and medical history.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Examination data: Type of examination, anatomical region, projection, and date of examination.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Technical data: </a:t>
            </a:r>
            <a:r>
              <a:rPr lang="en-US" dirty="0" err="1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mA, exposure time, </a:t>
            </a:r>
            <a:r>
              <a:rPr lang="en-US" dirty="0" err="1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mAs</a:t>
            </a: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source-to-image distance (SID), and focal spot size.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Image data: Pixel values, image dimensions, brightness values, and contrast information.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Diagnostic data: Findings documented by the radiologist, such as fractures, lung opacities, or joint abnormalities.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79657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6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How Data Becomes Information in Radiography</a:t>
            </a:r>
            <a:r>
              <a:rPr lang="en-US" dirty="0" sz="26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26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 collection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 details, exposure factors and detector signals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 processing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 processing, image reconstruction and enhancement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Information output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Displayed radiographic image and organized examination details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Interpretation and decision-making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Radiologist interprets the image and prepares a report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 example, a digital detector collects numerical signals during an X-ray exposure. The imaging computer processes these signals to form an image. The radiologist then interprets the image and produces a diagnostic report.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99498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4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Importance of Data and Information in Radiography</a:t>
            </a:r>
            <a:endParaRPr lang="en-US" dirty="0" sz="24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 identification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:- </a:t>
            </a: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Helps ensure that the correct patient receives the correct examination.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Image production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:- </a:t>
            </a: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Technical data help control image acquisition.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Image quality assessment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:- </a:t>
            </a: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Information helps radiographers evaluate image quality.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Diagnosis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:- </a:t>
            </a: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Radiographic images and reports support disease detection and diagnosis.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Record keeping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:- </a:t>
            </a: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 and examination information can be stored for future reference.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Communication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:- </a:t>
            </a: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Enables sharing of examination results among healthcare professionals.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Research and statistics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:- </a:t>
            </a: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 can be analyzed to assess departmental performance and improve services.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Quality assurance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:- </a:t>
            </a:r>
            <a:r>
              <a:rPr lang="en-US" dirty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and repeat-examination data help monitor imaging practices.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81440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4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Characteristics of Good Information in Radiography</a:t>
            </a:r>
            <a:r>
              <a:rPr lang="en-US" dirty="0" sz="24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24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Accurate: </a:t>
            </a:r>
            <a:endParaRPr lang="en-US" dirty="0" smtClean="0" sz="20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Correct </a:t>
            </a: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and free from errors.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Relevant: </a:t>
            </a:r>
            <a:endParaRPr lang="en-US" dirty="0" smtClean="0" sz="20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mtClean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Related </a:t>
            </a: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to the examination or clinical question.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Complete: </a:t>
            </a:r>
            <a:endParaRPr lang="en-US" dirty="0" smtClean="0" sz="20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mtClean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Contains </a:t>
            </a: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necessary details.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Timely: </a:t>
            </a:r>
            <a:endParaRPr lang="en-US" dirty="0" smtClean="0" sz="20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mtClean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Available </a:t>
            </a: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when needed.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Reliable</a:t>
            </a:r>
            <a:r>
              <a:rPr lang="en-US" dirty="0" smtClean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:</a:t>
            </a:r>
            <a:endParaRPr sz="20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mtClean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Obtained from trustworthy sources.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Confidential</a:t>
            </a:r>
            <a:r>
              <a:rPr lang="en-US" dirty="0" smtClean="0" sz="2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:</a:t>
            </a:r>
            <a:endParaRPr sz="20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mtClean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Protected against unauthorized access.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22929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9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Computer Word Processing in Radiography</a:t>
            </a:r>
            <a:br>
              <a:rPr lang="en-US" b="1" dirty="0"/>
            </a:br>
            <a:endParaRPr lang="en-US" dirty="0" sz="29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Word processing is the use of computer software to create, edit, format, save, print, and share text documents.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 radiography, word processing is used to prepare radiographic reports, patient records, referral letters, departmental memos, research papers, and other medical documents.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Examples of word-processing software include Microsoft Word, Google Docs, and LibreOffice Writer.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51553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1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Uses of Word Processing in Radiography</a:t>
            </a:r>
            <a:endParaRPr sz="31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Preparation of radiographic reports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to type and format reports describing radiographic findings and examination results.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 documentation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Helps prepare patient information sheets, examination records, and referral documents, subject to hospital procedures and privacy requirements.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Preparation of official documents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for departmental letters, notices, memos, policies, and meeting minutes.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Research and academic work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Helps radiography students and professionals prepare assignments, dissertations, research articles, and case studies.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Preparation of tables and forms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to create examination checklists, quality assurance forms, equipment maintenance records, and patient instruction sheets.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4437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Examples of Word-Processing Software</a:t>
            </a:r>
            <a:br>
              <a:rPr lang="en-US" b="1" dirty="0"/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val="3111839878"/>
              </p:ext>
            </p:extLst>
          </p:nvPr>
        </p:nvGraphicFramePr>
        <p:xfrm>
          <a:off x="502920" y="1748790"/>
          <a:ext cx="8138160" cy="44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57326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Software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</a:tr>
              <a:tr h="96253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Microsoft Word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Widely used to create and format documents.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96253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Google Docs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Online word processor that supports collaboration.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96253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LibreOffice Writer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Free, open-source word-processing software.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96253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WPS Writer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Software for creating and editing documents.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val="65337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Basic Functions of Word Processing</a:t>
            </a:r>
            <a:br>
              <a:rPr lang="en-US" b="1" dirty="0"/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Typing and text entry: Entering text using a keyboard.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Editing: Inserting, deleting, copying, moving, and correcting text.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Formatting: Changing font size, font style, alignment, margins, and line spacing.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Spell checking: Identifying spelling errors in medical documents.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Saving: Storing documents for future use.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Printing: Producing hard copies of reports and other documents.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Inserting tables and images: Adding structured data, diagrams, and illustrations.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Mail merge: Producing multiple personalized letters or documents from a template and a data source.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Exporting: Saving documents in formats such as PDF for easier distribution.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Collaboration: Allowing authorized users to review or edit documents.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631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26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Advantages of Word Processing in Radiography</a:t>
            </a:r>
            <a:endParaRPr sz="26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Makes document preparation faster.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Allows easy correction of errors.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Produces neat and professional documents.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Simplifies storage and retrieval of documents.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Allows documents to be edited and reused.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Makes sharing and printing easier.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spell checking and standardized report templates.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80192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24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Disadvantages of Word Processing in Radiography</a:t>
            </a:r>
            <a:endParaRPr sz="24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Requires electricity and functioning computer equipment.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May result in data loss if documents are not saved or backed up</a:t>
            </a:r>
            <a:r>
              <a:rPr lang="en-US" dirty="0" smtClean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</a:t>
            </a:r>
            <a:endParaRPr lang="en-US" dirty="0"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Can </a:t>
            </a: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expose confidential patient information if security is inadequate.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May introduce errors through incorrect typing or copying.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09290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Difference Between Word Processing and Other Computer Applications</a:t>
            </a:r>
            <a:endParaRPr sz="21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val="3471292805"/>
              </p:ext>
            </p:extLst>
          </p:nvPr>
        </p:nvGraphicFramePr>
        <p:xfrm>
          <a:off x="502920" y="1748790"/>
          <a:ext cx="8138160" cy="44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50749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Application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Main purpose in radiography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</a:tr>
              <a:tr h="50749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Word processing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Preparing reports and documents.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85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Spreadsheets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Calculating data and preparing statistics.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85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Databases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Organizing and retrieving patient and examination records.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85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Image-processing software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Processing and displaying radiographic images.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85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Presentation software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Teaching and presenting radiographic cases.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val="15187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File Management in Radiography</a:t>
            </a: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 management in radiography is the process of creating, naming, organizing, storing, retrieving, copying, transferring, and deleting computer files related to radiographic examinations and patient records.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helps radiographers manage digital images, radiographic reports, patient information, and departmental documents efficiently.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50428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Types of Files Used in Radiography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Image files: Digital X-ray, CT, and MRI images, commonly stored in DICOM format.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Report files: Radiographic reports saved in formats such as DOCX and PDF.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 record files: Documents containing relevant patient and examination information.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Database files: Files used to organize patient details and examination records.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Administrative files: Staff schedules, equipment maintenance records, and departmental documents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9699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7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Functions of File Management in </a:t>
            </a:r>
            <a:r>
              <a:rPr lang="en-US" b="1" dirty="0" smtClean="0" sz="27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Radiography</a:t>
            </a:r>
            <a:r>
              <a:rPr lang="en-US" dirty="0" sz="27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27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 creation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Creating new folders and files for radiographic images, </a:t>
            </a:r>
            <a:r>
              <a:rPr lang="en-US" dirty="0" smtClean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reports and patients documentation.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 </a:t>
            </a: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organization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Arranging files using appropriate folders, examination dates, patient identifiers, and examination types.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Reports</a:t>
            </a: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and patient </a:t>
            </a:r>
            <a:r>
              <a:rPr lang="en-US" dirty="0" smtClean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documentation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 retrieval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Locating previously stored radiographic images and reports when required for comparison or review.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 backup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Making secure backup copies of important files to reduce the risk of data loss.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Ø"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 protection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16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6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Protecting patient information through access controls, passwords, encryption, and appropriate security procedures.</a:t>
            </a:r>
            <a:endParaRPr sz="16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44741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Common File Management Operations</a:t>
            </a: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Create: Make a new file or folder.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Save: Store a file for future use.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Rename: Change the name of a file.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Copy: Make a duplicate of a file.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Move: Transfer a file from one folder to another.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Search: Find a specific file.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Delete: Remove a file according to authorized retention procedures.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Backup: Create an additional copy for recovery if the original is lost or damaged.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Retrieve: Access a stored file when needed.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78236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6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Importance of File Management in Radiography</a:t>
            </a:r>
            <a:endParaRPr lang="en-US" dirty="0" sz="26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Makes radiographic images and reports easy to locate.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Reduces the risk of losing important patient information.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comparison of current and previous examinations.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Improves the efficiency of radiology departments.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Helps prevent unnecessary repeat examinations when previous images are available and suitable.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continuity of patient care.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Protects confidential patient information.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Promotes proper record keeping and quality assurance.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57327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4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Internet and Digital Communication in Radiography</a:t>
            </a:r>
            <a:br>
              <a:rPr lang="en-US" b="1" dirty="0"/>
            </a:br>
            <a:endParaRPr lang="en-US" dirty="0" sz="24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internet is a worldwide network of interconnected computers and devices that communicate and exchange information electronically.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 radiography, the internet allows radiographers, radiologists, and other healthcare professionals to access medical information, share radiographic images, communicate with colleagues, and participate in online learning.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Digital communication is the electronic exchange of information, images, and messages between computers and other digital devices.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 radiography, digital communication is used to transfer radiographic images, patient examination details, and diagnostic reports between healthcare professionals and medical facilities.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75883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4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Methods of Digital Communication in Radiography</a:t>
            </a:r>
            <a:endParaRPr lang="en-US" dirty="0" sz="24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Email: Sending official messages, reports, and documents through electronic mail, where appropriate and secure.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Video conferencing: Conducting virtual meetings, consultations, and educational sessions.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Instant messaging: Exchanging brief messages through approved, secure communication platforms.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Hospital computer networks: Transferring images and patient information between departments.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PACS: Sharing, storing, and retrieving radiographic images.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RIS: Managing examination requests, patient details, and reporting workflows.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DICOM communication: Exchanging medical images and associated information using the Digital Imaging and Communications in Medicine standard.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9135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2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Advantages of the Internet and Digital Communication</a:t>
            </a:r>
            <a:r>
              <a:rPr lang="en-US" dirty="0" sz="22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/>
            </a:r>
            <a:br>
              <a:rPr lang="en-US" dirty="0"/>
            </a:br>
            <a:endParaRPr lang="en-US" dirty="0" sz="22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Fast transmission of radiographic images and reports.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Improved communication between radiographers and radiologists.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Access to specialist interpretation through teleradiology.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Reduced delays in diagnosis and treatment.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Easy access to research and educational materials.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Improved collaboration between hospitals.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Reduced dependence on transporting physical films.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comparison of current and previous examinations.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73536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1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Disadvantages of the Internet and Digital Communication</a:t>
            </a:r>
            <a:endParaRPr lang="en-US" dirty="0" sz="21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Risk of unauthorized access to confidential patient information.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Cyberattacks, malware, and data breaches.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Poor internet connectivity can delay image transmission.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High costs of network infrastructure and maintenance.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Technical failures may interrupt communication.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Incorrectly transmitted patient information may cause errors.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Dependence on electricity and functioning digital systems.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6415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8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Security Measures in Digital Communication</a:t>
            </a:r>
            <a:endParaRPr lang="en-US" dirty="0" sz="28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 strong passwords and multifactor authentication where available.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 encrypted connections and approved hospital systems.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Restrict access to authorized personnel.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Verify patient identifiers before transmitting images.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Avoid sending identifiable patient images through unapproved platforms.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Maintain secure backups and follow hospital data-protection policies.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Follow applicable patient confidentiality and data-protection requirements.</a:t>
            </a:r>
            <a:endParaRPr sz="2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11752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1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Difference Between the Internet and Digital Communication</a:t>
            </a:r>
            <a:endParaRPr lang="en-US" dirty="0" sz="21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val="3287394513"/>
              </p:ext>
            </p:extLst>
          </p:nvPr>
        </p:nvGraphicFramePr>
        <p:xfrm>
          <a:off x="502920" y="1748790"/>
          <a:ext cx="8138160" cy="44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5269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Internet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Digital communication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</a:tr>
              <a:tr h="88468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A global network connecting computers and devices.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The electronic exchange of information.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124246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Provides connectivity and access to online resources.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Uses digital technologies to transmit messages, images, and data.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88468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Example: Accessing an online radiology journal.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Example: Sending an X-ray image to a radiologist electronically.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88468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Can be used for browsing, research, and communication.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Can occur over the internet or a private hospital network.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val="428477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Practical Applications of Computers in Internet Research</a:t>
            </a:r>
            <a:endParaRPr lang="en-US" dirty="0" sz="2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Searching for information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Computers allow users to search the internet for information about X-ray production, CT, MRI, image processing, and radiation protection.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Accessing scientific journals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Students and professionals can find published studies, clinical research, and evidence-based information.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Accessing electronic books and </a:t>
            </a:r>
            <a:r>
              <a:rPr lang="en-US" sz="2200" dirty="0" smtClean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guidelines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28803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-171400"/>
            <a:ext cx="7467600" cy="171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582930"/>
            <a:ext cx="8138160" cy="558927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Computers help users obtain textbooks, professional guidelines, lecture notes, and educational materials on medical imaging.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Writing research projects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Word-processing software helps prepare research proposals, assignments, dissertations, and scientific articles using information collected online.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 Managing references and citations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Reference-management software helps organize journal articles and format citations and bibliographies.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 Collecting and analyzing research data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Computers support data entry, statistical analysis, preparation of tables, and interpretation of research results.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Online learning and collaboration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9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9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Internet services support webinars, virtual conferences, online courses, and communication with research supervisors and colleagues.</a:t>
            </a:r>
            <a:endParaRPr sz="19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139309692"/>
      </p:ext>
    </p:extLst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4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Useful Internet Research Resources for Radiography</a:t>
            </a:r>
            <a:endParaRPr lang="en-US" dirty="0" sz="24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val="3500166531"/>
              </p:ext>
            </p:extLst>
          </p:nvPr>
        </p:nvGraphicFramePr>
        <p:xfrm>
          <a:off x="502920" y="1748790"/>
          <a:ext cx="8138160" cy="44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36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Resource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Main use</a:t>
                      </a:r>
                      <a:endParaRPr lang="en-US" sz="1700" b="1">
                        <a:solidFill>
                          <a:srgbClr val="FFFFFF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243B53"/>
                    </a:solidFill>
                  </a:tcPr>
                </a:tc>
              </a:tr>
              <a:tr h="61511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Google Scholar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Finding scholarly articles and citations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61511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PubMed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Searching biomedical and health research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61511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World Health Organization (WHO)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Accessing health guidance and publications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61511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International Atomic Energy Agency (IAEA)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Radiation protection and medical imaging resources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61511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Radiopaedia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Learning radiology through cases and educational articles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  <a:tr h="36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Zotero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Organizing research references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FFFFF"/>
                    </a:solidFill>
                  </a:tcPr>
                </a:tc>
              </a:tr>
              <a:tr h="61511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Microsoft Excel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Organizing and analyzing research data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 anchor="ctr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val="266847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255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Advantages of Internet Research in Radiography</a:t>
            </a:r>
            <a:endParaRPr lang="en-US" dirty="0" sz="25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Provides quick access to current scientific information.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Enables access to research articles from different countries.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evidence-based radiographic practice.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Saves time compared with searching only printed materials.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student learning and professional development.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Facilitates collaboration between researchers.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2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Helps professionals learn about new imaging technologies and safety guidelines.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31353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mtClean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 </a:t>
            </a: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Challenges of Internet Research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Some journal articles require payment.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False or misleading information may be published online.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Poor internet connectivity may interrupt research.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Large amounts of information can make relevant sources difficult to identify.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Some studies may be outdated or methodologically weak.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Plagiarism can occur when information is copied without proper acknowledgment.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lvl="0"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 information may be exposed if confidential data are uploaded to unapproved websites or services.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81297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a1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mtClean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EXAMPLE OF COMPUTER IN IMAGING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pic>
        <p:nvPicPr>
          <p:cNvPr id="4" name="Content Placeholder 3" descr="Какой врач дает направление на МРТ - можно ли сделать без направления"/>
          <p:cNvPicPr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 bwMode="auto">
          <a:xfrm>
            <a:off x="1631495" y="1748790"/>
            <a:ext cx="5881010" cy="44234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77962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502920" y="1405890"/>
            <a:ext cx="59436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45770"/>
            <a:ext cx="813816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mtClean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QUESTION TIME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748790"/>
            <a:ext cx="813816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mtClean="0" sz="225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ANY QUESTION FROM THE TOPIC  ?</a:t>
            </a:r>
            <a:endParaRPr lang="en-US"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75261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363</TotalTime>
  <Words>3329</Words>
  <Application>Microsoft Office PowerPoint</Application>
  <PresentationFormat>On-screen Show (4:3)</PresentationFormat>
  <Paragraphs>405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Oriel</vt:lpstr>
      <vt:lpstr>PowerPoint Presentation</vt:lpstr>
      <vt:lpstr>  BASIC COMPUTER APPRECIATION IN MEDICAL IMAGING  (MXT 304)  BY   DIR. GBARABE, KENT </vt:lpstr>
      <vt:lpstr>          COURSE OUTLINE </vt:lpstr>
      <vt:lpstr>COURSE OUTLINE CONTD</vt:lpstr>
      <vt:lpstr>INTRODUCTION TO COMPUTER IN MEDICAL IMAGING</vt:lpstr>
      <vt:lpstr>PowerPoint Presentation</vt:lpstr>
      <vt:lpstr>Applications of Computers in Radiography</vt:lpstr>
      <vt:lpstr> Basic Components of a Computer Hardware Used in Radiography </vt:lpstr>
      <vt:lpstr>TYPES OF COMPUTER SYSTEMS USED IN RADIOGRAPHY</vt:lpstr>
      <vt:lpstr>ADVANTAGES OF COMPUTERS IN RADIOGRAPHY</vt:lpstr>
      <vt:lpstr>DISADVANTAGES OF COMPUTERS IN RADIOGRAPHY</vt:lpstr>
      <vt:lpstr>COMPUTER SOFTWARE USED IN RADIOGRAPHY </vt:lpstr>
      <vt:lpstr>TYPES OF SOFTWARE USED IN RADIOGRAPHY </vt:lpstr>
      <vt:lpstr>PowerPoint Presentation</vt:lpstr>
      <vt:lpstr>GENERAL-PURPOSE COMPUTER SOFTWARE USED IN RADIOGRAPHY</vt:lpstr>
      <vt:lpstr>Importance of software in radiography</vt:lpstr>
      <vt:lpstr>Difference between PACS, RIS, and DICOM</vt:lpstr>
      <vt:lpstr>Data and Information in Radiography </vt:lpstr>
      <vt:lpstr>Definition of Information</vt:lpstr>
      <vt:lpstr>Differences Between Data and Information</vt:lpstr>
      <vt:lpstr>Types of Data in Radiography</vt:lpstr>
      <vt:lpstr>How Data Becomes Information in Radiography </vt:lpstr>
      <vt:lpstr>Importance of Data and Information in Radiography</vt:lpstr>
      <vt:lpstr>Characteristics of Good Information in Radiography </vt:lpstr>
      <vt:lpstr>Computer Word Processing in Radiography </vt:lpstr>
      <vt:lpstr>Uses of Word Processing in Radiography</vt:lpstr>
      <vt:lpstr>Examples of Word-Processing Software </vt:lpstr>
      <vt:lpstr>Basic Functions of Word Processing </vt:lpstr>
      <vt:lpstr>Advantages of Word Processing in Radiography</vt:lpstr>
      <vt:lpstr>Disadvantages of Word Processing in Radiography</vt:lpstr>
      <vt:lpstr>Difference Between Word Processing and Other Computer Applications</vt:lpstr>
      <vt:lpstr>File Management in Radiography </vt:lpstr>
      <vt:lpstr>Types of Files Used in Radiography</vt:lpstr>
      <vt:lpstr>Functions of File Management in Radiography </vt:lpstr>
      <vt:lpstr>Common File Management Operations </vt:lpstr>
      <vt:lpstr>Importance of File Management in Radiography</vt:lpstr>
      <vt:lpstr>Internet and Digital Communication in Radiography </vt:lpstr>
      <vt:lpstr>Methods of Digital Communication in Radiography</vt:lpstr>
      <vt:lpstr>Advantages of the Internet and Digital Communication </vt:lpstr>
      <vt:lpstr>Disadvantages of the Internet and Digital Communication</vt:lpstr>
      <vt:lpstr>Security Measures in Digital Communication</vt:lpstr>
      <vt:lpstr>Difference Between the Internet and Digital Communication</vt:lpstr>
      <vt:lpstr>Practical Applications of Computers in Internet Research</vt:lpstr>
      <vt:lpstr>PowerPoint Presentation</vt:lpstr>
      <vt:lpstr>Useful Internet Research Resources for Radiography</vt:lpstr>
      <vt:lpstr>Advantages of Internet Research in Radiography</vt:lpstr>
      <vt:lpstr> Challenges of Internet Research</vt:lpstr>
      <vt:lpstr>EXAMPLE OF COMPUTER IN IMAGING</vt:lpstr>
      <vt:lpstr>QUESTION TIME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LECTURES ON INTRODUCTION TO DAYLIGHT / OTHER DIGITAL IMAGE PROCESSING (MXT 303)</dc:title>
  <dc:creator>HELLO</dc:creator>
  <cp:lastModifiedBy>HELLO</cp:lastModifiedBy>
  <cp:revision>86</cp:revision>
  <dcterms:created xsi:type="dcterms:W3CDTF">2026-10-19T08:14:17Z</dcterms:created>
  <dcterms:modified xsi:type="dcterms:W3CDTF">2026-10-21T15:44:59Z</dcterms:modified>
</cp:coreProperties>
</file>