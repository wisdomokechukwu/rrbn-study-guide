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16B1D-79E4-4A75-8C9D-B1F3297EE096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65BEF-AD2A-4772-80D5-8E4CC94BA3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990600"/>
            <a:ext cx="7620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MXT 301: RADIOGRAPHIC TECHNIQUE II: LOWER LIMBS</a:t>
            </a:r>
          </a:p>
          <a:p>
            <a:pPr algn="ctr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algn="ctr"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DR. M.P.OGOLODOM</a:t>
            </a:r>
          </a:p>
          <a:p>
            <a:pPr algn="ctr"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THE RRBN RETRAINING COURSE FOR </a:t>
            </a:r>
          </a:p>
          <a:p>
            <a:pPr algn="ctr"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X-RAY TECHNICIANS</a:t>
            </a:r>
          </a:p>
          <a:p>
            <a:pPr algn="ctr"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 PORT HARCOURT</a:t>
            </a:r>
          </a:p>
          <a:p>
            <a:pPr algn="ctr">
              <a:lnSpc>
                <a:spcPct val="20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en-US" sz="2400" b="1" baseline="30000" dirty="0" smtClean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OCTOBER, 2026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09600" y="381000"/>
            <a:ext cx="79248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TOES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Indications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Fractures, dislocations, pain , swollen, pathologies, foreign bodies, RTA, trauma, assault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Patients’ Preparations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Proper identification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Explain the procedures to the patient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Reassure the patient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Remove materials around the fingers and hand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Projections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Dorsiplantar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Dorsiplantar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)Oblique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Lateral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Patient’s Positioning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Dorsiplantar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(AP)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Patient seat on the X-ray couch with knees flexed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plantar aspect of the affected foot on film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the side under examination with knee of the other leg to immobilize foot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 (R or L) </a:t>
            </a:r>
          </a:p>
          <a:p>
            <a:pPr>
              <a:buFont typeface="Wingdings" pitchFamily="2" charset="2"/>
              <a:buChar char="Ø"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79248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protection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13x18cm or 24x18cm split using lead rubber divider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of Central Ray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Centring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Point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DCR: Vertical 90 degree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CP: Head of THIRD metatarsal or the individual toe under examination.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1.5-2.5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50-55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Film Focal Distance(FFD): 100cm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Lateral Projection for Toes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Lie the patient on the X-ray couch on the affected side with the hip and knee flexed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Rest the unaffected leg in a comfortable position in front of or behind the affected leg.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the foot in the true lateral position with the knee raised on a pad and the film under the toes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Immobilize the foot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79248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protection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13x18cm or 24x18cm split using lead rubber divider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of Central Ray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Centring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Point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DCR: Vertical 90 degree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CP: Head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metatarsal or the individual toe under examination.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1.5-2.5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50-55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Film Focal Distance(FFD): 100cm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Patient Positioning for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Dorsiplantar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)Oblique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the AP position, the affected limb is allowed to lean medially to bring the plantar surface of the foot approximately 45 degrees to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cassete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45 degree non-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radiopaque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pad placed under the side of the foot for support with opposite leg acting as a support.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 (R or L) 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7924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protection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13x18cm or 24x18cm split using lead rubber divider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of Central Ray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Centring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Point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DCR: Vertical 90 degree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CP: Head of FIRST metatarsal or the individual toe under examination.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1.5-2.5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50-55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Film Focal Distance(FFD): 100cm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FOOT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Patient Positioning for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Dorsiplantar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Patient seat on the X-ray couch with knees flexed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plantar aspect of the affected foot on film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 the side under examination with knee of the other leg to immobilize foot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 (R or L) 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09600"/>
            <a:ext cx="79248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Collimate beam properly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Apply protection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Cassette Size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24x18cm or 30x24cm split using lead rubber divider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Direction of Central Ray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Centring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Point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Vertical 90 degree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Dorsum of the foot to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Cubiod-navicular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region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2-4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50-65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Film Focal Distance(FFD): 100cm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Patient Positioning for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Dorsiplantar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anteroposterior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)Oblique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From the AP position, the affected limb is allowed to lean medially to bring the plantar surface of the foot approximately 45 degrees to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cassete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45 degree non-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radiopaque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pad placed under the side of the foot for support with opposite leg acting as a support.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Place anatomical marker (R or L) 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Vertical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Dorsum of the foot to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Cubiod-navicular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region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534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Lateral Projection for Foot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Seat the patient on the X-ray couch on the affected side with the hip and knee flexed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Rest the unaffected leg in a comfortable position in front of or behind the affected leg.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foot in the true lateral position with the knee raised on a pad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foot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 Vertical or Horizontal (if cassette is placed at the lateral part of the foot in case of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pes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planus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[Flat foot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Cuboid-navicular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area of foot.</a:t>
            </a:r>
          </a:p>
          <a:p>
            <a:pPr>
              <a:buFont typeface="Arial" pitchFamily="34" charset="0"/>
              <a:buChar char="•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ANKLE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Patient Positioning for Anteroposterior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 seat on the X-ray couch with legs extended and unaffected leg abducted.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ankle on the film-cassette with the joint flexed 90 degrees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Rotate the ankle medially until both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malleoli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equidistant from the couch top.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sole of the foot with a pad and sandbag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Midway between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malleoli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Cassette size 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12x10inch or 10x8inch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534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Exposure factors: 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55-70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3-5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FFD/SID: 100cm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Lateral Projection for  Ankle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Lie the patient on the X-ray couch on the affected side with the hip and knee flexed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Rest the unaffected leg in a comfortable position in front of or behind the affected leg.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affected ankle in the true lateral position such as that both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malleoli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superimposed with the knee raised on a pad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ankle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 Vertical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Medial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malleolus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534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q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LEG(TIBIA-FIBULA)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Patient Positioning for Anteroposterior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 seat on the X-ray couch with legs extended and unaffected leg abducted.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lower leg on the film-cassette with the ankle joint flexed 90 degrees with foot upright.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 both ankle and knee joints on the film if possible.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sole of the leg with a pad and sandbag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Vertical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Anterior aspect of the middle of lower leg midway between the ankle and knee joints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Cassette size 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12x10inch or 10x8inch</a:t>
            </a: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Lateral projection for Leg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Seat the patient on the X-ray couch on the affected side with the hip and knee flexed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Rest the unaffected leg in a comfortable position in front of or behind the affected leg.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leg in the true lateral position with the knee raised on a pad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leg.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 Vertical or Horizontal (if cassette is placed at the lateral part of the leg in case of)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Medial aspect of the middle of the lower leg midway between the ankle and knee joints.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534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Exposure factors: 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55-70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5-8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FFD/SID: 100cm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NOTE: No use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of grid</a:t>
            </a:r>
          </a:p>
          <a:p>
            <a:pPr>
              <a:buFont typeface="Wingdings" pitchFamily="2" charset="2"/>
              <a:buChar char="q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KNEE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AP Projection for  Knee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Lie the patient on the X-ray couch on the affected side with legs extended and unaffected leg abducted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affected knee on the film and flex the joint slightly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Ensure that the patella is central over the femur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leg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Cassette size  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12x10inch or 10x8inch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 Vertical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2.5cm below the apex of the patella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Exposure factors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Kvp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55-75,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5-10 and FFD: 100cm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534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Lateral projection for Knee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Lie the patient on the X-ray couch on the affected side with the  knee flexed at 45 or 90 degrees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Rest the unaffected leg in a comfortable position in front of  the affected leg.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the knee in the true lateral position 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Immobilize the leg and ankle with sandbag.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 beam and apply protection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 (R or L)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DCR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 Vertical or Horizontal (if cassette is placed at the lateral part of the leg in case of)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Middle of the superior border of the medial tibia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condyle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 for Patella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Patient lie prone on the table with knee slightly flexed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Foam pads are placed under the ankle and thigh for support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limb is rotated to centralize the patella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centre of the cassette is the level of the crease of the knee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Immobile the leg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Place anatomical marker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Collimate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DCR: Vertical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CP: In the midline to the skin crease behind 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the knee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1357</Words>
  <Application>Microsoft Office PowerPoint</Application>
  <PresentationFormat>On-screen Show (4:3)</PresentationFormat>
  <Paragraphs>188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38</cp:revision>
  <dcterms:created xsi:type="dcterms:W3CDTF">2026-10-23T04:44:56Z</dcterms:created>
  <dcterms:modified xsi:type="dcterms:W3CDTF">2026-10-23T10:16:08Z</dcterms:modified>
</cp:coreProperties>
</file>